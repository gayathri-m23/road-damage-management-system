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89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DCB29-7BD8-DEF4-E5E6-03A7B116E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8820C3-117D-9BAD-2468-D660D21DF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AC41-05FE-7290-B936-7E928375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A150-25F0-489A-9BB2-903449AAE2B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B9639-C6F7-90DA-72AE-39F6389BC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F247E-528A-24D9-DDC0-2797A96C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1DFE-E2D3-40E0-A666-FB33DEACD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834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96AA-826D-2AC7-F4E6-E4B4A02E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F3C54-5A48-E2AB-66D1-97715B2C5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FAF51-91C6-EE25-DECB-CE47F94B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A150-25F0-489A-9BB2-903449AAE2B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9DFD0-EB7C-4C6B-095A-4CFD9FBE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3BB9D-B19A-37D2-5FFA-77255FC1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1DFE-E2D3-40E0-A666-FB33DEACD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28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E44B-04AF-2DA1-8ADA-CD9DBB1B7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613E0-7646-C4E3-0E33-530947708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948B4-5A16-14F9-F7B0-768627A1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A150-25F0-489A-9BB2-903449AAE2B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475FB-988E-47A8-E2E8-ACE903E2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792A8-D23B-F988-FCF3-741798B5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1DFE-E2D3-40E0-A666-FB33DEACD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72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46F7C-A403-5EDA-F0E6-B06EEB0F0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4AB50-CAA1-4252-E950-161221887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F7231-6AC6-E9FD-E53D-1B1C9DAAD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07D77-E00B-9D98-31D9-962A8D2C5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A150-25F0-489A-9BB2-903449AAE2B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44312-87D8-7039-8A96-47356AF2E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C3A8C-A10A-8187-35DC-7C0CADDC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1DFE-E2D3-40E0-A666-FB33DEACD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70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7DDDB-2B32-3C34-C0EE-512046565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2CAD6-0CE4-C9F8-B8B3-E6BEFBF4C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65508-2929-0B83-F89C-FB62B5330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6225A9-CD8F-BE9A-7E16-D2DCE6CA8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EF20D-A7FB-C36E-E1C1-70FBFABEA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F2EA1-C8F3-2188-C6A2-842E9A79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A150-25F0-489A-9BB2-903449AAE2B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BE8181-9303-6538-04DD-3BA48CDC2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1DAE7F-4086-B7FF-12EA-2C05FFE20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1DFE-E2D3-40E0-A666-FB33DEACD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82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45593-40A4-8ED4-E752-CC7CF114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B332C-6891-59F3-0AC8-85DBDE45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A150-25F0-489A-9BB2-903449AAE2B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F9A56-995B-A6BE-84F0-4FDF3194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64B5E-5E91-6FCE-74B0-C407BC0EA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1DFE-E2D3-40E0-A666-FB33DEACD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439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1629C3-0B9F-24AE-4794-48F994635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A150-25F0-489A-9BB2-903449AAE2B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878C2-DAA3-B7CA-5427-28C833E94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C7617-BED3-6987-0635-798F1363E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1DFE-E2D3-40E0-A666-FB33DEACD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313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A71B-CEA8-FCCB-3E96-C4AF47856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644C4-FA83-7CE1-2FE9-64C1E7CA2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AA70F-EE56-B8FF-3E84-51F1E4D36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D44F3-E486-A02C-0033-8C09DFAB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A150-25F0-489A-9BB2-903449AAE2B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D6882-84A2-C35A-F12F-E51F2A37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3763A-3EBC-671A-C286-B7F719A97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1DFE-E2D3-40E0-A666-FB33DEACD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43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B6FFC-D8B0-EA07-CD11-39788EEA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7B9456-9913-D645-C12F-FD4060648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5F51F-AFCA-8160-A8DB-5525E560F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5DDDC-9EFC-6DA3-D890-6911DD998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A150-25F0-489A-9BB2-903449AAE2B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22D40-A995-7340-B443-885BB450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40244-2E36-7F9A-C36A-ADF20745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1DFE-E2D3-40E0-A666-FB33DEACD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91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D06B-45FD-AF63-9DD1-A2BB7E3C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404AC-4467-27FF-A8EB-E38D6000B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0241D-86C1-42EA-A984-9FB71E179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A150-25F0-489A-9BB2-903449AAE2B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E4058-6475-7AF3-DE9F-3BB3FB5DE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05BC5-D17B-9CE4-CAC3-E1C769F3C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1DFE-E2D3-40E0-A666-FB33DEACD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79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BF4615-B74A-A40D-498D-4EA81255F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FADA4-444B-76BB-946B-B0503EAE2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A0CF-34AF-C6A6-8BC6-3295D13F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2A150-25F0-489A-9BB2-903449AAE2B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BA0E9-44DE-D8F0-F88F-FCD911ADC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E089-7839-C860-86E4-98F753C03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1DFE-E2D3-40E0-A666-FB33DEACD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52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AFC91-AF2F-48F3-105D-CC28E23A4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0306B-F0E8-731C-4092-97ED25022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D46FC-86CC-1F76-6037-26C480A88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B2A150-25F0-489A-9BB2-903449AAE2BB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0D876-08BE-B348-AB22-86F5FB2E4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41464-A6BC-8DBF-1C99-23E4528BA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61DFE-E2D3-40E0-A666-FB33DEACD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36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ACDF-3C41-3066-25F6-022AE185FF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358DFF-DE4B-0B92-16B3-D7466E01B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5CE19B-A65B-7899-A203-CDE769772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08384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73462B-2012-50A2-2E40-E1E0A8A964E8}"/>
              </a:ext>
            </a:extLst>
          </p:cNvPr>
          <p:cNvSpPr/>
          <p:nvPr/>
        </p:nvSpPr>
        <p:spPr>
          <a:xfrm>
            <a:off x="3008672" y="0"/>
            <a:ext cx="6902244" cy="3244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87F92-2D33-8A36-BD32-4352382A3E4C}"/>
              </a:ext>
            </a:extLst>
          </p:cNvPr>
          <p:cNvSpPr txBox="1"/>
          <p:nvPr/>
        </p:nvSpPr>
        <p:spPr>
          <a:xfrm>
            <a:off x="-1936954" y="-78658"/>
            <a:ext cx="15161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                 Login &amp; Dashboard UI design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08648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murugavelgayathri@outlook.com</dc:creator>
  <cp:lastModifiedBy>murugavelgayathri@outlook.com</cp:lastModifiedBy>
  <cp:revision>1</cp:revision>
  <dcterms:created xsi:type="dcterms:W3CDTF">2026-06-10T07:24:57Z</dcterms:created>
  <dcterms:modified xsi:type="dcterms:W3CDTF">2026-06-10T07:25:23Z</dcterms:modified>
</cp:coreProperties>
</file>